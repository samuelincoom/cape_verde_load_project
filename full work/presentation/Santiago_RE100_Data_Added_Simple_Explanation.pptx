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How we prepared Santiago data for Prof. Hohmeyer's RE100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did not build a new model.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used Prof. Hohmeyer's RE100 Excel model.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replaced the Barbados data with Santiago, Cabo Verde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What the model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Hourly load: how much electricity Santiago needs each hour.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Hourly wind speed: how much wind is available each hour.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Hourly solar radiation: how much sunlight is available each hour.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One normal year has 8760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Source: Prof. Hohmeyer RE100 Handbook, pages 15 and 16.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The load data we already prepared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used the DTU Santiago load profile.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DTU means Technical University of Denmark.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scaled it to Electra's official 2023 Santiago annual production.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checked the peak against Electra's 2023 Santiago peak.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Source: DTU dataset: https://data.dtu.dk/articles/dataset/Cape_Verde_Reference_System_v2_0/17430413. Electra report pages 25 and 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Why we added wind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The model needs wind speed for every hour.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used Open-Meteo Historical Weather API.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used Santiago coordinates.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downloaded 2023 hourly wind speed at 100 m.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Because this is 100 m wind, the model input height must be 100 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Source: Open-Meteo docs: https://open-meteo.com/en/docs/historical-weather-api. Request: https://archive-api.open-meteo.com/v1/archive?latitude=14.9167&amp;longitude=-23.5167&amp;start_date=2023-01-01&amp;end_date=2023-12-31&amp;hourly=wind_speed_100m,shortwave_radiation&amp;wind_speed_unit=ms&amp;timezone=Atlantic%2FCape_Verde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Why we added solar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The model needs solar radiation for every hour.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Solar radiation means sunlight energy reaching the ground.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Open-Meteo gives it in W/m2.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The model needs kW/m2.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So we divided by 1000.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Source: Open-Meteo docs: https://open-meteo.com/en/docs/historical-weather-api. Request: https://archive-api.open-meteo.com/v1/archive?latitude=14.9167&amp;longitude=-23.5167&amp;start_date=2023-01-01&amp;end_date=2023-12-31&amp;hourly=wind_speed_100m,shortwave_radiation&amp;wind_speed_unit=ms&amp;timezone=Atlantic%2FCape_Verde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Where the data goes in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Load goes into Hourly Load column F.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Wind goes into Wind and Solar Input column D.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Solar goes into Wind and Solar Input column E.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kept the professor's formulas unchanged.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Source: Prof. Hohmeyer RE100 Handbook, pages 15 and 16.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What is official and what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Official: Electra annual Santiago 2023 production.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Official: Electra Santiago 2023 peak.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Research source: DTU Santiago load profile.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Weather source: Open-Meteo hourly wind and solar.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Not official: exact 8760-hour SCADA load data, because it was not public.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SCADA means the operator's real control-room meter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What we put in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raw data files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processed 8760-hour model input files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source links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method notes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presentation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professor workbook not uploaded unless permission is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What we can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can defend the annual load total.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can defend the peak check.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can defend where wind and solar came from.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can defend how units were converted.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cannot call reconstructed hourly load official meter data without Electra's real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Final simple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60704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We prepared the Santiago input data needed for the RE100 model.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The model can now use Santiago load, wind, and solar instead of Barbados data.</a:t>
            </a:r>
          </a:p>
          <a:p>
            <a:pPr>
              <a:spcAft>
                <a:spcPts val="1000"/>
              </a:spcAft>
              <a:defRPr sz="2100">
                <a:solidFill>
                  <a:srgbClr val="282828"/>
                </a:solidFill>
              </a:defRPr>
            </a:pPr>
            <a:r>
              <a:t>The work is documented so every value can be traced to a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